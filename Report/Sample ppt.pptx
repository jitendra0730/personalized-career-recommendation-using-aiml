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2"/>
    <p:sldId id="287" r:id="rId3"/>
    <p:sldId id="294" r:id="rId4"/>
    <p:sldId id="295" r:id="rId5"/>
    <p:sldId id="270" r:id="rId6"/>
    <p:sldId id="289" r:id="rId7"/>
    <p:sldId id="277" r:id="rId8"/>
    <p:sldId id="297" r:id="rId9"/>
    <p:sldId id="296" r:id="rId10"/>
    <p:sldId id="290" r:id="rId11"/>
    <p:sldId id="28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11" autoAdjust="0"/>
    <p:restoredTop sz="94660"/>
  </p:normalViewPr>
  <p:slideViewPr>
    <p:cSldViewPr>
      <p:cViewPr varScale="1">
        <p:scale>
          <a:sx n="81" d="100"/>
          <a:sy n="81" d="100"/>
        </p:scale>
        <p:origin x="28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C864-0534-DEC0-E108-C8BAC7D8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F6331FB-0862-A236-4AB0-E80FA1C05B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C515E855-C029-DFB6-928E-B50ACF6A10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61DB6360-37D3-CD85-74C0-775FFDC39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D0F7-9954-8A93-7B55-14785701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AECD8F8-3362-0D7B-5AC0-CB4A8F156E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08D977C7-7A87-D424-FA7A-93DCA6C1E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6E69217E-51DE-ED9F-B727-93879C323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7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ACA7-98D1-B7CC-1E17-80DBB2A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D56EB46-DBD1-8181-473E-AD8DC65A8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DAB50C79-BDAE-08DF-FC21-4A8C5E847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40FDFF7C-4A95-0A4B-9EA1-CCA7509AF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61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BD37D-8EF6-7521-3DDD-05D1369B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A29285-EA24-3CB7-512D-F53ECC3D9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22C4F8E4-E192-4FD6-C91B-D55C894C0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DB49899A-4AEF-E7DA-EAD4-3A5E72F50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9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3646-2B36-D93A-30E2-A74544D2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BA59782-7015-C18F-1C96-684D1DEAF3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7DF0223B-8A51-4E1D-0640-CE8045DDAE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D89072A6-F849-8933-5980-9CEA5277A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41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A7E5-B564-88FE-19B4-862E25574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E16081-AACA-406B-9D6C-FCEA04BAD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/>
          </a:p>
        </p:txBody>
      </p:sp>
      <p:sp>
        <p:nvSpPr>
          <p:cNvPr id="521218" name="Rectangle 2">
            <a:extLst>
              <a:ext uri="{FF2B5EF4-FFF2-40B4-BE49-F238E27FC236}">
                <a16:creationId xmlns:a16="http://schemas.microsoft.com/office/drawing/2014/main" id="{F7991971-8225-13AE-E800-9FC1EDA76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C024BFB9-1EF7-18AC-E7C2-70A9B7807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310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11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41" y="0"/>
            <a:ext cx="12197140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12192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7"/>
            <a:ext cx="526752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26235" y="8721"/>
            <a:ext cx="12218235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12192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" y="6492878"/>
            <a:ext cx="622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1291D-A2D3-4641-B30C-0E1466CBA1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685" b="6953"/>
          <a:stretch/>
        </p:blipFill>
        <p:spPr>
          <a:xfrm>
            <a:off x="10641084" y="67831"/>
            <a:ext cx="1550915" cy="721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86097A-D780-61A3-DDD7-54C8C8C5F2A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409"/>
          <a:stretch/>
        </p:blipFill>
        <p:spPr>
          <a:xfrm>
            <a:off x="6076" y="27127"/>
            <a:ext cx="1193380" cy="5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7449"/>
            <a:ext cx="9144000" cy="1080120"/>
          </a:xfrm>
        </p:spPr>
        <p:txBody>
          <a:bodyPr>
            <a:normAutofit fontScale="90000"/>
          </a:bodyPr>
          <a:lstStyle/>
          <a:p>
            <a:pPr fontAlgn="base">
              <a:spcAft>
                <a:spcPct val="0"/>
              </a:spcAft>
            </a:pPr>
            <a:r>
              <a:rPr lang="en-US" sz="27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AI-based Photo Relevance Detector for Location Tags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</a:b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Date: 30/08/2025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latin typeface="Cambria" panose="02040503050406030204" pitchFamily="18" charset="0"/>
                <a:ea typeface="Cambria" panose="02040503050406030204" pitchFamily="18" charset="0"/>
              </a:rPr>
              <a:t>1</a:t>
            </a:fld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47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5224" y="6122424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School of Engineering, P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P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0"/>
              </a:rPr>
              <a:t> Savani University, Surat, Gujarat, India-394125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135558" y="2086697"/>
            <a:ext cx="80417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Degree: B.Tech CSE ML&amp;AI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07968" y="32443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Bhavishya Chauhan (22SE02ML010)</a:t>
            </a:r>
            <a:endParaRPr lang="en-US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03512" y="3066811"/>
            <a:ext cx="3740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itchFamily="18" charset="0"/>
              </a:rPr>
              <a:t>Project Guide: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kern="0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Ms. Ekta Patel</a:t>
            </a:r>
            <a:endParaRPr lang="en-IN" sz="1800" b="1" kern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B0945F-DF15-7EED-13B7-982AAA647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016" y="4286871"/>
            <a:ext cx="1636826" cy="16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0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168B95E-51BA-82C7-930D-1468B509D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382748" y="1894725"/>
            <a:ext cx="9176732" cy="28746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b="1" dirty="0"/>
              <a:t>Objective: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	To determine whether an uploaded photo is 	contextually relevant to a given landmark or location 	description by using an image classification model and 	generating a relevance score.</a:t>
            </a:r>
            <a:endParaRPr lang="en-IN" b="0" i="0" dirty="0"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991072" y="176232"/>
            <a:ext cx="759633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Title: AI-based Photo Relevance Detector for Location Tags</a:t>
            </a:r>
            <a:br>
              <a:rPr lang="en-IN" dirty="0"/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2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772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BCF8-C3F2-E89F-30E8-2264167F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CF870AE-C1BC-0E80-5B4A-19157779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76D136-CE9D-F8D7-35AD-0B4881B9A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241974"/>
            <a:ext cx="9144000" cy="4498211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Background:</a:t>
            </a:r>
            <a:r>
              <a:rPr lang="en-IN" dirty="0"/>
              <a:t> On platforms like Google Maps or tourism apps, users often upload photos tagged to locations. Many of these are irrelevant (e.g., selfies, unrelated objects), which reduces content quality.</a:t>
            </a:r>
          </a:p>
          <a:p>
            <a:pPr lvl="0"/>
            <a:r>
              <a:rPr lang="en-IN" b="1" dirty="0"/>
              <a:t>Problem Statement:</a:t>
            </a:r>
            <a:r>
              <a:rPr lang="en-IN" dirty="0"/>
              <a:t> How can we automatically detect whether an uploaded image is relevant to the specified landmark/location description?</a:t>
            </a:r>
          </a:p>
          <a:p>
            <a:pPr lvl="0"/>
            <a:r>
              <a:rPr lang="en-IN" b="1" dirty="0"/>
              <a:t>Importance:</a:t>
            </a:r>
            <a:r>
              <a:rPr lang="en-IN" dirty="0"/>
              <a:t> Improves content moderation, enhances user experience, and ensures higher quality of location-based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0D672-4293-5742-42C4-EEB5BE1D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0107EA8F-F6D0-E1FF-0891-D267EE733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CFD4AEBD-A2E6-C0BD-0A6D-E884C8E7A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00" y="155255"/>
            <a:ext cx="904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Introduction / Problem Statement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86D560E9-1B0D-A5A5-1B2B-A64E15B8D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83062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7A8FAD4-8E28-55E0-7B71-9A0AAC360BEA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3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6683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29E6-5636-72A9-99EF-21F441CC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8D52B91-5C88-4101-2992-919B1E26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F22EFE-083E-6B64-3AE3-BB38CE9B9D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145016"/>
            <a:ext cx="9144000" cy="4746848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In Scope:</a:t>
            </a:r>
            <a:endParaRPr lang="en-IN" dirty="0"/>
          </a:p>
          <a:p>
            <a:pPr lvl="1"/>
            <a:r>
              <a:rPr lang="en-IN" dirty="0"/>
              <a:t>Landmark classification using a trained CNN model (landmark_classifier.h5).</a:t>
            </a:r>
          </a:p>
          <a:p>
            <a:pPr lvl="1"/>
            <a:r>
              <a:rPr lang="en-IN" dirty="0"/>
              <a:t>Streamlit application for image upload, description input, preview, and result display.</a:t>
            </a:r>
          </a:p>
          <a:p>
            <a:pPr lvl="1"/>
            <a:r>
              <a:rPr lang="en-IN" dirty="0"/>
              <a:t>Simple text–class match-based relevance scoring.</a:t>
            </a:r>
          </a:p>
          <a:p>
            <a:pPr lvl="0"/>
            <a:r>
              <a:rPr lang="en-IN" b="1" dirty="0"/>
              <a:t>Out of Scope (Current Phase):</a:t>
            </a:r>
            <a:endParaRPr lang="en-IN" dirty="0"/>
          </a:p>
          <a:p>
            <a:pPr lvl="1"/>
            <a:r>
              <a:rPr lang="en-IN" dirty="0"/>
              <a:t>GPS/EXIF metadata analysis.</a:t>
            </a:r>
          </a:p>
          <a:p>
            <a:pPr lvl="1"/>
            <a:r>
              <a:rPr lang="en-IN" dirty="0"/>
              <a:t>Advanced multimodal matching using embeddings.</a:t>
            </a:r>
          </a:p>
          <a:p>
            <a:pPr lvl="1"/>
            <a:r>
              <a:rPr lang="en-IN" dirty="0"/>
              <a:t>Full-scale production deployment.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62A55F-2688-55BC-1933-39E60260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A68C63AE-DA24-39AF-CF8D-2E90D5DF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EFFB2C7C-3A9A-9946-22C2-D20B4AF1C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200" y="155255"/>
            <a:ext cx="90402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pPr algn="ctr"/>
            <a:r>
              <a:rPr lang="en-IN" dirty="0"/>
              <a:t>Scope of Work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F0FE7A65-FB71-E40E-6EC5-B4BEF5A51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4C76C6B-9585-D82D-96E2-9226C63C2DB0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4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5896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B06CE-1540-3C79-4F62-8A3AFEE3F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361258"/>
            <a:ext cx="9144000" cy="3969567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Model &amp; Data:</a:t>
            </a:r>
            <a:r>
              <a:rPr lang="en-IN" dirty="0"/>
              <a:t> </a:t>
            </a:r>
            <a:r>
              <a:rPr lang="en-IN" sz="2400" dirty="0"/>
              <a:t>Trained CNN-based landmark classifier; class mappings stored in </a:t>
            </a:r>
            <a:r>
              <a:rPr lang="en-IN" sz="2400" dirty="0" err="1"/>
              <a:t>class_indices.json</a:t>
            </a:r>
            <a:r>
              <a:rPr lang="en-IN" sz="2400" dirty="0"/>
              <a:t>.</a:t>
            </a:r>
          </a:p>
          <a:p>
            <a:pPr lvl="0"/>
            <a:r>
              <a:rPr lang="en-IN" b="1" dirty="0"/>
              <a:t>Preprocessing:</a:t>
            </a:r>
            <a:r>
              <a:rPr lang="en-IN" dirty="0"/>
              <a:t> </a:t>
            </a:r>
            <a:r>
              <a:rPr lang="en-IN" sz="2400" dirty="0"/>
              <a:t>Resize images to 224×224, normalize pixel values.</a:t>
            </a:r>
          </a:p>
          <a:p>
            <a:pPr lvl="0"/>
            <a:r>
              <a:rPr lang="en-IN" b="1" dirty="0"/>
              <a:t>Prediction:</a:t>
            </a:r>
            <a:r>
              <a:rPr lang="en-IN" dirty="0"/>
              <a:t> </a:t>
            </a:r>
            <a:r>
              <a:rPr lang="en-IN" sz="2400" dirty="0"/>
              <a:t>Model outputs predicted class and confidence score.</a:t>
            </a:r>
          </a:p>
          <a:p>
            <a:pPr lvl="0"/>
            <a:r>
              <a:rPr lang="en-IN" b="1" dirty="0"/>
              <a:t>Relevance Scoring Logic:</a:t>
            </a:r>
            <a:endParaRPr lang="en-IN" dirty="0"/>
          </a:p>
          <a:p>
            <a:pPr lvl="1"/>
            <a:r>
              <a:rPr lang="en-IN" dirty="0"/>
              <a:t>If predicted class matches any of the five user descriptions → score = probability × 100.</a:t>
            </a:r>
          </a:p>
          <a:p>
            <a:pPr lvl="1"/>
            <a:r>
              <a:rPr lang="en-IN" dirty="0"/>
              <a:t>If no match → score = probability × 50 (partial credit).</a:t>
            </a:r>
          </a:p>
          <a:p>
            <a:pPr lvl="0"/>
            <a:endParaRPr lang="en-IN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524000" y="221904"/>
            <a:ext cx="9035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 / Proposed Approach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5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C232-DDD0-46AF-CDC4-3E11A477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6FF963-1FF9-B5A8-66F1-920CA323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EF59A-7AF5-1057-CF3B-70578A907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5480" y="1120212"/>
            <a:ext cx="9160780" cy="4868021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User Interface:</a:t>
            </a:r>
            <a:r>
              <a:rPr lang="en-IN" dirty="0"/>
              <a:t> Streamlit app with:</a:t>
            </a:r>
          </a:p>
          <a:p>
            <a:pPr lvl="1"/>
            <a:r>
              <a:rPr lang="en-IN" dirty="0"/>
              <a:t>File uploader.</a:t>
            </a:r>
          </a:p>
          <a:p>
            <a:pPr lvl="1"/>
            <a:r>
              <a:rPr lang="en-IN" dirty="0"/>
              <a:t>5 description fields.</a:t>
            </a:r>
          </a:p>
          <a:p>
            <a:pPr lvl="1"/>
            <a:r>
              <a:rPr lang="en-IN" dirty="0"/>
              <a:t>Image preview.</a:t>
            </a:r>
          </a:p>
          <a:p>
            <a:pPr lvl="1"/>
            <a:r>
              <a:rPr lang="en-IN" dirty="0"/>
              <a:t>Relevance score and prediction display.</a:t>
            </a:r>
          </a:p>
          <a:p>
            <a:pPr marL="457200" lvl="1" indent="0">
              <a:buNone/>
            </a:pPr>
            <a:endParaRPr lang="en-IN" dirty="0"/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77E24C-92AE-4532-4A8B-E9A08AC4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6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BA339B23-031E-3BAF-5771-5D0C7BD23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0D066D8A-37AD-36C8-8AF0-4A54BFBDF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81" y="214193"/>
            <a:ext cx="90354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 / Proposed Approach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E50756D1-57F6-56AB-C857-CDC20EFAC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6ECD128-D3E1-6A3A-9FA6-F343322D60B8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6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84098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85D982-6CE0-BE8F-9E4E-2F4E4D13B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F4834-0A01-4319-3652-E52225B3E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2179774"/>
            <a:ext cx="9234131" cy="2049226"/>
          </a:xfrm>
        </p:spPr>
        <p:txBody>
          <a:bodyPr>
            <a:noAutofit/>
          </a:bodyPr>
          <a:lstStyle/>
          <a:p>
            <a:pPr lvl="0"/>
            <a:r>
              <a:rPr lang="en-IN" b="1" dirty="0"/>
              <a:t>Code:</a:t>
            </a:r>
            <a:r>
              <a:rPr lang="en-IN" dirty="0"/>
              <a:t> Single-file app (app.py) completed with integrated model loading, prediction logic, and Streamlit UI.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b="1" dirty="0"/>
              <a:t>Model:</a:t>
            </a:r>
            <a:r>
              <a:rPr lang="en-IN" dirty="0"/>
              <a:t> landmark_classifier.h5 trained on landmark image dataset.</a:t>
            </a:r>
          </a:p>
          <a:p>
            <a:pPr marL="0" lv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7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Progress with Evidence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7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315A3-354B-C0D0-3343-42AD4EC4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018716-A7FA-337A-BBBC-DFCAC255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AF3DD-0B9D-9C0B-79F3-F91F00131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2824" y="1019734"/>
            <a:ext cx="9234131" cy="4992522"/>
          </a:xfrm>
        </p:spPr>
        <p:txBody>
          <a:bodyPr>
            <a:noAutofit/>
          </a:bodyPr>
          <a:lstStyle/>
          <a:p>
            <a:r>
              <a:rPr lang="en-IN" dirty="0"/>
              <a:t>Model tested locally with sample landmark images; predictions are accurate for trained classes.</a:t>
            </a:r>
          </a:p>
          <a:p>
            <a:pPr marL="0" lv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DCDEAB-33D8-54D5-12FC-A59B631D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8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9BDB4D55-CECE-73A5-2D87-A02E5D5E2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98E7750D-1A4F-7A87-C861-7DCF39D24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Run Evidence: 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B350427F-1F5D-CDDB-D387-332BBD53D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91C5334-7B4D-AE43-6358-943E8C1A2A38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8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C59F9-30BC-B42D-CE09-7CF9D1B45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2286512"/>
            <a:ext cx="6264696" cy="319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316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9E9D-1657-072F-EA0A-5DF6BC27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CEA20F-C2D7-D938-50D0-BCB26FE61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FBEFA-8876-AE28-95BC-FE61580CC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2824" y="1019734"/>
            <a:ext cx="9234131" cy="4992522"/>
          </a:xfrm>
        </p:spPr>
        <p:txBody>
          <a:bodyPr>
            <a:noAutofit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08884D-E3B5-E797-B2A5-CC2DAFF4B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FE4642E2-0FFF-9971-63F7-212F61030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6B3D2566-ABBB-5695-8928-B7B3C1D39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0478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UI Screenshots with result: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CDD156C8-10C6-A0E9-40BD-033FDBCA6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882" y="6156583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6404876-50C3-C0A3-E887-305CDE47EB76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9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E6D384-0E38-415C-B9A9-8F305D7E8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1112449"/>
            <a:ext cx="8640960" cy="48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1647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A7DE-13AB-DF92-EFEC-04C5F85C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E67BF6-E653-3D8A-272E-FCCFAE37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79D7F7-D95F-7EEA-CAEE-FF6CE365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>
            <a:extLst>
              <a:ext uri="{FF2B5EF4-FFF2-40B4-BE49-F238E27FC236}">
                <a16:creationId xmlns:a16="http://schemas.microsoft.com/office/drawing/2014/main" id="{0350568E-1A58-E86E-98CA-82CEB5F63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>
            <a:extLst>
              <a:ext uri="{FF2B5EF4-FFF2-40B4-BE49-F238E27FC236}">
                <a16:creationId xmlns:a16="http://schemas.microsoft.com/office/drawing/2014/main" id="{3F222FB8-4302-E8F0-9A62-2FCEBC302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276" y="178898"/>
            <a:ext cx="5832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Challenges Faced &amp; Possible Solutions</a:t>
            </a:r>
          </a:p>
        </p:txBody>
      </p:sp>
      <p:sp>
        <p:nvSpPr>
          <p:cNvPr id="485384" name="Rectangle 8">
            <a:extLst>
              <a:ext uri="{FF2B5EF4-FFF2-40B4-BE49-F238E27FC236}">
                <a16:creationId xmlns:a16="http://schemas.microsoft.com/office/drawing/2014/main" id="{3C63E915-7B12-7B9B-FF9A-686234584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165304"/>
            <a:ext cx="9684568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6778E1BC-14D1-895F-F267-C1788D958C32}"/>
              </a:ext>
            </a:extLst>
          </p:cNvPr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10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845EC3-43CC-F5BD-06BB-DA6C7F16CE0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02075745"/>
              </p:ext>
            </p:extLst>
          </p:nvPr>
        </p:nvGraphicFramePr>
        <p:xfrm>
          <a:off x="1524000" y="1483060"/>
          <a:ext cx="9055546" cy="389187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527773">
                  <a:extLst>
                    <a:ext uri="{9D8B030D-6E8A-4147-A177-3AD203B41FA5}">
                      <a16:colId xmlns:a16="http://schemas.microsoft.com/office/drawing/2014/main" val="2543338108"/>
                    </a:ext>
                  </a:extLst>
                </a:gridCol>
                <a:gridCol w="4527773">
                  <a:extLst>
                    <a:ext uri="{9D8B030D-6E8A-4147-A177-3AD203B41FA5}">
                      <a16:colId xmlns:a16="http://schemas.microsoft.com/office/drawing/2014/main" val="3623531054"/>
                    </a:ext>
                  </a:extLst>
                </a:gridCol>
              </a:tblGrid>
              <a:tr h="882098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2400" b="1" kern="100" dirty="0">
                          <a:effectLst/>
                        </a:rPr>
                        <a:t>Challenge</a:t>
                      </a: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2400" b="1" kern="100" dirty="0">
                          <a:effectLst/>
                        </a:rPr>
                        <a:t>Possible Solution</a:t>
                      </a:r>
                      <a:endParaRPr lang="en-IN" sz="2400" b="1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extLst>
                  <a:ext uri="{0D108BD9-81ED-4DB2-BD59-A6C34878D82A}">
                    <a16:rowId xmlns:a16="http://schemas.microsoft.com/office/drawing/2014/main" val="2091919487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 dirty="0">
                          <a:effectLst/>
                        </a:rPr>
                        <a:t>Model accuracy may drop for unseen landmarks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 dirty="0">
                          <a:effectLst/>
                        </a:rPr>
                        <a:t>Use larger dataset and fine-tune with diverse images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extLst>
                  <a:ext uri="{0D108BD9-81ED-4DB2-BD59-A6C34878D82A}">
                    <a16:rowId xmlns:a16="http://schemas.microsoft.com/office/drawing/2014/main" val="90852837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 dirty="0">
                          <a:effectLst/>
                        </a:rPr>
                        <a:t>Exact string matching between predicted class &amp; descriptions can fail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 dirty="0">
                          <a:effectLst/>
                        </a:rPr>
                        <a:t>Implement semantic similarity using NLP models (e.g., BERT, CLIP)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extLst>
                  <a:ext uri="{0D108BD9-81ED-4DB2-BD59-A6C34878D82A}">
                    <a16:rowId xmlns:a16="http://schemas.microsoft.com/office/drawing/2014/main" val="4210665715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>
                          <a:effectLst/>
                        </a:rPr>
                        <a:t>Handling selfies or irrelevant objects</a:t>
                      </a:r>
                      <a:endParaRPr lang="en-IN" sz="2400" kern="10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15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2400" kern="100" dirty="0">
                          <a:effectLst/>
                        </a:rPr>
                        <a:t>Integrate face/object detection to penalize such cases in scoring</a:t>
                      </a:r>
                      <a:endParaRPr lang="en-IN" sz="2400" kern="100" dirty="0">
                        <a:effectLst/>
                        <a:latin typeface="Calibri" panose="020F0502020204030204" pitchFamily="34" charset="0"/>
                        <a:ea typeface="Yu Gothic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4207" marR="4207" marT="4207" marB="4207" anchor="ctr"/>
                </a:tc>
                <a:extLst>
                  <a:ext uri="{0D108BD9-81ED-4DB2-BD59-A6C34878D82A}">
                    <a16:rowId xmlns:a16="http://schemas.microsoft.com/office/drawing/2014/main" val="415410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3847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6BE5E0-67C0-F470-E778-21D623CF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71CA2-A83C-492A-EECE-0214464C9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39313" y="1535360"/>
            <a:ext cx="7097150" cy="3971373"/>
          </a:xfrm>
        </p:spPr>
        <p:txBody>
          <a:bodyPr>
            <a:noAutofit/>
          </a:bodyPr>
          <a:lstStyle/>
          <a:p>
            <a:pPr lvl="0"/>
            <a:r>
              <a:rPr lang="en-IN" dirty="0"/>
              <a:t>Integrate GPS metadata parsing and cross-check with location coordinates.</a:t>
            </a:r>
          </a:p>
          <a:p>
            <a:pPr lvl="0"/>
            <a:r>
              <a:rPr lang="en-IN" dirty="0"/>
              <a:t>Replace exact string matching with semantic similarity scoring.</a:t>
            </a:r>
          </a:p>
          <a:p>
            <a:pPr lvl="0"/>
            <a:r>
              <a:rPr lang="en-IN" dirty="0"/>
              <a:t>Deploy the Streamlit app to a cloud platform for public testing.</a:t>
            </a:r>
          </a:p>
          <a:p>
            <a:pPr lvl="0"/>
            <a:r>
              <a:rPr lang="en-IN" dirty="0"/>
              <a:t>Expand the model’s training dataset to improve generalization.</a:t>
            </a:r>
          </a:p>
        </p:txBody>
      </p:sp>
      <p:pic>
        <p:nvPicPr>
          <p:cNvPr id="18" name="Content Placeholder 17" descr="A person standing on top of books looking through a telescope&#10;&#10;AI-generated content may be incorrect.">
            <a:extLst>
              <a:ext uri="{FF2B5EF4-FFF2-40B4-BE49-F238E27FC236}">
                <a16:creationId xmlns:a16="http://schemas.microsoft.com/office/drawing/2014/main" id="{8895747C-1A4E-C770-912F-EE99B02D7F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2252093"/>
            <a:ext cx="3117301" cy="3117301"/>
          </a:xfr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152400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5087888" y="244542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152400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1524000" y="6492878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pPr/>
              <a:t>11</a:t>
            </a:fld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171B02-5BE3-4D7F-0AB1-DD543CD7E135}"/>
              </a:ext>
            </a:extLst>
          </p:cNvPr>
          <p:cNvSpPr txBox="1"/>
          <p:nvPr/>
        </p:nvSpPr>
        <p:spPr>
          <a:xfrm>
            <a:off x="4655840" y="6342375"/>
            <a:ext cx="4824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Future  scope of system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YOU..!!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70934" y="6604084"/>
            <a:ext cx="13099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T004/ Version 1.0</a:t>
            </a:r>
          </a:p>
        </p:txBody>
      </p:sp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4657</TotalTime>
  <Words>556</Words>
  <Application>Microsoft Office PowerPoint</Application>
  <PresentationFormat>Widescreen</PresentationFormat>
  <Paragraphs>93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AI-based Photo Relevance Detector for Location Tags  Date: 30/08/2025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Bhavishya CHauhan</dc:creator>
  <cp:lastModifiedBy>Bhavishya Chauhan</cp:lastModifiedBy>
  <cp:revision>129</cp:revision>
  <dcterms:created xsi:type="dcterms:W3CDTF">2016-07-30T14:16:51Z</dcterms:created>
  <dcterms:modified xsi:type="dcterms:W3CDTF">2025-10-01T09:02:30Z</dcterms:modified>
</cp:coreProperties>
</file>